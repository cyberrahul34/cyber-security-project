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91440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91440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73736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73736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0" y="173736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8" name="Shape 6"/>
          <p:cNvSpPr/>
          <p:nvPr/>
        </p:nvSpPr>
        <p:spPr>
          <a:xfrm>
            <a:off x="8869680" y="2651760"/>
            <a:ext cx="2926080" cy="2926080"/>
          </a:xfrm>
          <a:prstGeom prst="ellipse">
            <a:avLst/>
          </a:prstGeom>
          <a:solidFill>
            <a:srgbClr val="111D30"/>
          </a:solidFill>
          <a:ln w="12700">
            <a:solidFill>
              <a:srgbClr val="1E33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29800" y="3611880"/>
            <a:ext cx="1005840" cy="10058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/home/claude/portscanner_ppt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6114" y="3838194"/>
            <a:ext cx="553212" cy="5532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NETWORKING &amp; CYBERSECURITY PROJECT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" y="23774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Scanner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640080" y="3657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tool built with Python sockets to discover open ports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assess network security posture.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Port Scanner?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Scanner is a network utility that probes a target host to determine which communication ports are open, closed, or filtered. Every network service — web, email, file transfer — listens on a specific port, so scanning them reveals what services a machine is running and how it can be reached.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41064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840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Python using the built-in socket module.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443984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343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a connection to each port in a chosen range.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946904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each port's status: Open, Closed, or Filtered.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06640" y="1554480"/>
            <a:ext cx="4206240" cy="4572000"/>
          </a:xfrm>
          <a:prstGeom prst="roundRect">
            <a:avLst>
              <a:gd name="adj" fmla="val 2609"/>
            </a:avLst>
          </a:prstGeom>
          <a:solidFill>
            <a:srgbClr val="111D30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26680" y="1874520"/>
            <a:ext cx="777240" cy="7772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3" name="Image 0" descr="/home/claude/portscanner_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559" y="2049399"/>
            <a:ext cx="427482" cy="42748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266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726680" y="324612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 are potential entry points for attackers. Identifying them early lets administrators close unused services and harden the network before it is exploited.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726680" y="5120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cannot secure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don't know is open."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94560"/>
            <a:ext cx="777240" cy="7772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791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2461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Open Ports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3977640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given IP address across a defined port range to find active/listening ports.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5112" y="2194560"/>
            <a:ext cx="777240" cy="777240"/>
          </a:xfrm>
          <a:prstGeom prst="ellipse">
            <a:avLst/>
          </a:prstGeom>
          <a:solidFill>
            <a:srgbClr val="2DA6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1" y="23694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5304" y="32461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Process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977640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slow manual checking with a fast, script-driven Python solution.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87184" y="2194560"/>
            <a:ext cx="777240" cy="7772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portscanner_ppt/icon_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063" y="236943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32461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Multithreading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3952" y="3977640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scans significantly by checking multiple ports in parallel.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82880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9256" y="2194560"/>
            <a:ext cx="777240" cy="7772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portscanner_ppt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135" y="236943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9448" y="324612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 Security Audits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36024" y="3977640"/>
            <a:ext cx="2203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administrators a quick, reliable view of a system's exposed services.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 is Needed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11D3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FF6B5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59" y="21865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run many services simultaneously, but administrators often lack visibility into which ports are actually open and reachable. Unused or forgotten open ports are a common way attackers gain unauthorized access, and manually checking every port on every host does not scale.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577840" cy="4206240"/>
          </a:xfrm>
          <a:prstGeom prst="roundRect">
            <a:avLst>
              <a:gd name="adj" fmla="val 2609"/>
            </a:avLst>
          </a:prstGeom>
          <a:solidFill>
            <a:srgbClr val="16233A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2011680"/>
            <a:ext cx="777240" cy="77724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959" y="218655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2926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355080" y="3493008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4" name="Text 10"/>
          <p:cNvSpPr/>
          <p:nvPr/>
        </p:nvSpPr>
        <p:spPr>
          <a:xfrm>
            <a:off x="6601968" y="34015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scanner that checks port status automatically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55080" y="4059936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6" name="Text 12"/>
          <p:cNvSpPr/>
          <p:nvPr/>
        </p:nvSpPr>
        <p:spPr>
          <a:xfrm>
            <a:off x="6601968" y="39684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results through multithreaded connection attempts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5080" y="4626864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8" name="Text 14"/>
          <p:cNvSpPr/>
          <p:nvPr/>
        </p:nvSpPr>
        <p:spPr>
          <a:xfrm>
            <a:off x="6601968" y="4535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readable output that anyone can interpret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55080" y="5193792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0" name="Text 16"/>
          <p:cNvSpPr/>
          <p:nvPr/>
        </p:nvSpPr>
        <p:spPr>
          <a:xfrm>
            <a:off x="6601968" y="5102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customizable for different IP ranges and ports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240280"/>
            <a:ext cx="731520" cy="73152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4048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used to build the entire scanner logic.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8745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240280"/>
            <a:ext cx="731520" cy="73152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pack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4048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47872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socket Module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93592" y="3749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library used to create TCP connections and probe ports.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8745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0044" y="2240280"/>
            <a:ext cx="731520" cy="73152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portscanner_ppt/icon_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636" y="24048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threading Module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55664" y="3749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concurrent scanning of multiple ports for faster results.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874520"/>
            <a:ext cx="2606040" cy="4023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44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72116" y="2240280"/>
            <a:ext cx="731520" cy="73152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portscanner_ppt/icon_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708" y="240487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72016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argparse / sys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17736" y="3749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command-line arguments like target IP and port range.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Run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487168"/>
            <a:ext cx="82296" cy="82296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7" name="Text 5"/>
          <p:cNvSpPr/>
          <p:nvPr/>
        </p:nvSpPr>
        <p:spPr>
          <a:xfrm>
            <a:off x="1161288" y="2395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 or higher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3054096"/>
            <a:ext cx="82296" cy="82296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29626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 only — no external packages required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621024"/>
            <a:ext cx="82296" cy="82296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3529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code editor (VS Code, PyCharm, IDLE)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187952"/>
            <a:ext cx="82296" cy="82296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61288" y="40965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(optional, for colour/logging extensions)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91072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56832" y="2487168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GHz+ processor, any modern CPU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56832" y="3054096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962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MB RAM minimum (2 GB recommended)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56832" y="3621024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5295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network / internet connection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56832" y="4187952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0965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Windows, Linux, or macOS operating system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Scanner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2331720"/>
            <a:ext cx="8961120" cy="0"/>
          </a:xfrm>
          <a:prstGeom prst="line">
            <a:avLst/>
          </a:prstGeom>
          <a:noFill/>
          <a:ln w="25400">
            <a:solidFill>
              <a:srgbClr val="2334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44168" y="2075688"/>
            <a:ext cx="512064" cy="512064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6" name="Text 4"/>
          <p:cNvSpPr/>
          <p:nvPr/>
        </p:nvSpPr>
        <p:spPr>
          <a:xfrm>
            <a:off x="134416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11D30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593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the target IP address and a port range to scan.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84448" y="2075688"/>
            <a:ext cx="512064" cy="512064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1" name="Text 9"/>
          <p:cNvSpPr/>
          <p:nvPr/>
        </p:nvSpPr>
        <p:spPr>
          <a:xfrm>
            <a:off x="358444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80360" y="30632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11D30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Socket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17520" y="3593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port, a TCP socket object is created using socket.socket().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24728" y="2075688"/>
            <a:ext cx="512064" cy="512064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30632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11D30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 Connection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57800" y="3593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connect_ex() tries to connect; a threading pool speeds this up.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65008" y="2075688"/>
            <a:ext cx="512064" cy="512064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1" name="Text 19"/>
          <p:cNvSpPr/>
          <p:nvPr/>
        </p:nvSpPr>
        <p:spPr>
          <a:xfrm>
            <a:off x="806500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60920" y="30632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11D30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Result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0" y="3593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 0 means the port is Open; any other value means Closed.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05288" y="2075688"/>
            <a:ext cx="512064" cy="512064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6" name="Text 24"/>
          <p:cNvSpPr/>
          <p:nvPr/>
        </p:nvSpPr>
        <p:spPr>
          <a:xfrm>
            <a:off x="10305288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01200" y="306324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111D30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3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Report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738360" y="3593592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printed with the port number, status, and timestamp.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Python Modules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676656" cy="676656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488" y="1971904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4650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socket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60520" y="1746504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TCP/IP connections and attempts to reach each port on the target host.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77063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98648"/>
            <a:ext cx="676656" cy="676656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488" y="3050896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25496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160520" y="282549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multiple port checks in parallel, cutting total scan time drastically.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4962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977640"/>
            <a:ext cx="676656" cy="676656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portscanner_ppt/icon_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488" y="412988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044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 / argparse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160520" y="390448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command-line input for target IP, start port, and end port.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92861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5056632"/>
            <a:ext cx="676656" cy="676656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portscanner_ppt/icon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488" y="52088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983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160520" y="498348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the start and end of the scan for the final report.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Scanning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4297680"/>
          </a:xfrm>
          <a:prstGeom prst="roundRect">
            <a:avLst>
              <a:gd name="adj" fmla="val 2128"/>
            </a:avLst>
          </a:prstGeom>
          <a:solidFill>
            <a:srgbClr val="0D1526"/>
          </a:solidFill>
          <a:ln w="12700">
            <a:solidFill>
              <a:srgbClr val="2334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47088"/>
            <a:ext cx="128016" cy="12801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847088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380744" y="1847088"/>
            <a:ext cx="128016" cy="12801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port_scanner.py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10424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socket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"192.168.1.1"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start_port, end_port = 1, 1024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print(f"Scanning {target}...")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start_time = datetime.now()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port in range(start_port, end_port + 1):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socket.socket(socket.AF_INET, socket.SOCK_STREAM)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s.settimeout(0.5)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s.connect_ex((target, port))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result == 0: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print(f"Port {port}: OPEN")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s.close()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D6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print(f"Scan completed in {datetime.now() - start_time}")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675120" cy="4251960"/>
          </a:xfrm>
          <a:prstGeom prst="roundRect">
            <a:avLst>
              <a:gd name="adj" fmla="val 2151"/>
            </a:avLst>
          </a:prstGeom>
          <a:solidFill>
            <a:srgbClr val="0A1120"/>
          </a:solidFill>
          <a:ln/>
          <a:effectLst>
            <a:outerShdw sx="100000" sy="100000" kx="0" ky="0" algn="bl" rotWithShape="0" blurRad="127000" dist="38100" dir="5400000">
              <a:srgbClr val="1B2A4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128016" cy="12801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1892808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7" name="Shape 5"/>
          <p:cNvSpPr/>
          <p:nvPr/>
        </p:nvSpPr>
        <p:spPr>
          <a:xfrm>
            <a:off x="1335024" y="1892808"/>
            <a:ext cx="128016" cy="12801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402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target 192.168.1.1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started: 2026-08-01 10:42:03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21   : Closed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22   : OPEN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23   : Closed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80   : OPEN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443  : OPEN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3306 : Closed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completed in 0:00:04.812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FE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open ports found out of 1024 scanned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438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4380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2651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is actively listening and reachable on this port.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4380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 is listening; the port refused the connection.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43800" y="4754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scan duration, useful for performance comparison.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56816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thumb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539" y="2090547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&amp; Efficient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60604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allows hundreds of ports to be checked in seconds.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956816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011" y="2090547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85232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Lightweight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260604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Python's standard library — no heavy installs required.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737360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956816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portscanner_ppt/icon_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483" y="2090547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1920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Customizable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606040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adjust IP targets, port ranges, and timeout values.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8503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904488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portscanner_ppt/icon_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539" y="4038219"/>
            <a:ext cx="326898" cy="32689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867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Cross-Platform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808" y="455371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identically on Windows, Linux, and macOS.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68503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3904488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/home/claude/portscanner_ppt/icon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011" y="4038219"/>
            <a:ext cx="326898" cy="32689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85232" y="3867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Improves Security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455371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and close unnecessary open ports proactively.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685032"/>
            <a:ext cx="35204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3904488"/>
            <a:ext cx="594360" cy="59436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31" name="Image 5" descr="/home/claude/portscanner_ppt/icon_c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6483" y="4038219"/>
            <a:ext cx="326898" cy="32689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38679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Friendly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55371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readable codebase — great for learning networking concepts.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11D3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2DA6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22322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Security Audits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49631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verify which services are exposed before attackers find them.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11D3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057400"/>
            <a:ext cx="777240" cy="777240"/>
          </a:xfrm>
          <a:prstGeom prst="ellipse">
            <a:avLst/>
          </a:prstGeom>
          <a:solidFill>
            <a:srgbClr val="2DA6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/home/claude/portscanner_ppt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839" y="22322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7568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498080" y="249631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hackers use port scanning as the first reconnaissance step.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11D3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97680"/>
            <a:ext cx="777240" cy="777240"/>
          </a:xfrm>
          <a:prstGeom prst="ellipse">
            <a:avLst/>
          </a:prstGeom>
          <a:solidFill>
            <a:srgbClr val="2DA6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/home/claude/portscanner_ppt/icon_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39" y="447255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15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Administration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473659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confirm required services are running and unwanted ones are not.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111D30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297680"/>
            <a:ext cx="777240" cy="777240"/>
          </a:xfrm>
          <a:prstGeom prst="ellipse">
            <a:avLst/>
          </a:prstGeom>
          <a:solidFill>
            <a:srgbClr val="2DA6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/home/claude/portscanner_ppt/icon_gr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839" y="447255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1596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Firewall Verification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98080" y="4736592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firewall rules are correctly blocking or allowing traffic.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FF6B5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oct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985" y="212026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944368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9" name="Text 6"/>
          <p:cNvSpPr/>
          <p:nvPr/>
        </p:nvSpPr>
        <p:spPr>
          <a:xfrm>
            <a:off x="1115568" y="28529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service/version detection (banner grabbing)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3566160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1" name="Text 8"/>
          <p:cNvSpPr/>
          <p:nvPr/>
        </p:nvSpPr>
        <p:spPr>
          <a:xfrm>
            <a:off x="1115568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flagged or blocked by firewalls and IDS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68680" y="4187952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40965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one host at a time in the base version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68680" y="4809744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15" name="Text 12"/>
          <p:cNvSpPr/>
          <p:nvPr/>
        </p:nvSpPr>
        <p:spPr>
          <a:xfrm>
            <a:off x="1115568" y="47183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only — no graphical interface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91072" y="169164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0A1120"/>
          </a:solidFill>
          <a:ln/>
        </p:spPr>
      </p:sp>
      <p:sp>
        <p:nvSpPr>
          <p:cNvPr id="17" name="Shape 14"/>
          <p:cNvSpPr/>
          <p:nvPr/>
        </p:nvSpPr>
        <p:spPr>
          <a:xfrm>
            <a:off x="6611112" y="1965960"/>
            <a:ext cx="685800" cy="68580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/home/claude/portscanner_ppt/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417" y="2120265"/>
            <a:ext cx="377190" cy="37719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34072" y="20848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611112" y="2944368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1" name="Text 17"/>
          <p:cNvSpPr/>
          <p:nvPr/>
        </p:nvSpPr>
        <p:spPr>
          <a:xfrm>
            <a:off x="6858000" y="28529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banner grabbing for service/version detection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11112" y="3566160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3" name="Text 19"/>
          <p:cNvSpPr/>
          <p:nvPr/>
        </p:nvSpPr>
        <p:spPr>
          <a:xfrm>
            <a:off x="685800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graphical (GUI) or web-based dashboard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611112" y="4187952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5" name="Text 21"/>
          <p:cNvSpPr/>
          <p:nvPr/>
        </p:nvSpPr>
        <p:spPr>
          <a:xfrm>
            <a:off x="6858000" y="40965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scanning multiple hosts / subnets at once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611112" y="4809744"/>
            <a:ext cx="82296" cy="82296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27" name="Text 23"/>
          <p:cNvSpPr/>
          <p:nvPr/>
        </p:nvSpPr>
        <p:spPr>
          <a:xfrm>
            <a:off x="6858000" y="47183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 automatically as PDF or CSV reports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E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Wrapping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4114800"/>
          </a:xfrm>
          <a:prstGeom prst="roundRect">
            <a:avLst>
              <a:gd name="adj" fmla="val 2667"/>
            </a:avLst>
          </a:prstGeom>
          <a:solidFill>
            <a:srgbClr val="111D3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914400" cy="91440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/home/claude/portscanner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3545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148840"/>
            <a:ext cx="9052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5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how core Python libraries — without any third-party dependencies — can be combined to build a functional, multithreaded network port scanner. Beyond fulfilling the academic objective, it reflects a real and widely-used technique in cybersecurity: reconnaissance through port scanning.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" y="3794760"/>
            <a:ext cx="10378440" cy="0"/>
          </a:xfrm>
          <a:prstGeom prst="line">
            <a:avLst/>
          </a:prstGeom>
          <a:noFill/>
          <a:ln w="12700">
            <a:solidFill>
              <a:srgbClr val="2334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133088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4041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understanding of sockets and the TCP handshake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4663440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45720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multithreading for performance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5193792"/>
            <a:ext cx="91440" cy="91440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5102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base for more advanced security tools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64008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64008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463040"/>
            <a:ext cx="109728" cy="109728"/>
          </a:xfrm>
          <a:prstGeom prst="ellipse">
            <a:avLst/>
          </a:prstGeom>
          <a:solidFill>
            <a:srgbClr val="2FE38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463040"/>
            <a:ext cx="109728" cy="109728"/>
          </a:xfrm>
          <a:prstGeom prst="ellipse">
            <a:avLst/>
          </a:prstGeom>
          <a:solidFill>
            <a:srgbClr val="2DA6FF"/>
          </a:solidFill>
          <a:ln/>
        </p:spPr>
      </p:sp>
      <p:sp>
        <p:nvSpPr>
          <p:cNvPr id="8" name="Shape 6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2FE38A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claude/portscanner_ppt/icon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988820"/>
            <a:ext cx="685800" cy="685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2004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2026-08-01T14:26:06Z</dcterms:created>
  <dcterms:modified xsi:type="dcterms:W3CDTF">2026-08-01T14:26:06Z</dcterms:modified>
</cp:coreProperties>
</file>